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31720"/>
            <a:ext cx="50292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 — C++ STL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C++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· Search · Transform · Any Container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548640"/>
            <a:ext cx="2286000" cy="4114800"/>
          </a:xfrm>
          <a:prstGeom prst="rect">
            <a:avLst/>
          </a:prstGeom>
          <a:solidFill>
            <a:srgbClr val="0F6B77"/>
          </a:solidFill>
          <a:ln w="12700">
            <a:solidFill>
              <a:srgbClr val="0F6B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685800"/>
            <a:ext cx="2011680" cy="3840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&lt;algo&gt;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2084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Ganesh Deshmukh  ·  Assistant Professor,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STL algorithms are and why to use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Sorting, Searching, Modifying, Non-modifying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sort(), find(), count(), reverse(), transform()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051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 types with examples and use-cases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03120"/>
            <a:ext cx="50292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031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1488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with iterators on real C++ containers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STL ALGORITHMS?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generic functions in &lt;algorithm&gt; that operate on ranges defined by iterators — they work on ANY container without knowing its internal structure.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3657600" cy="5029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920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STL = Containers + Iterators + Algorithms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377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06040"/>
            <a:ext cx="2377440" cy="502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Containers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82112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vector, list,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map, 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2606040"/>
            <a:ext cx="2377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2606040"/>
            <a:ext cx="2377440" cy="5029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Iterators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182112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begin(), end()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++it, *it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23774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606040"/>
            <a:ext cx="23774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Algorithms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182112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sort(), find()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754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NON-MODIFYING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79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operations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08176" y="1481328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08176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32304" y="1481328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32304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56432" y="1481328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6432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048256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mismatch()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08176" y="2048256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08176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all_of()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2304" y="2048256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32304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any_of()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56432" y="2048256"/>
            <a:ext cx="960120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56432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none_of()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20624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MODIFYING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1795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element values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64608" y="1481328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88736" y="1481328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88736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fill()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12864" y="1481328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12864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36992" y="1481328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36992" y="148132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swap()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2048256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64608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transform()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88736" y="2048256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88736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12864" y="2048256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12864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remove()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936992" y="2048256"/>
            <a:ext cx="96012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36992" y="204825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2880360"/>
            <a:ext cx="4206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5760" y="3145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elements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" y="3447288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4048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408176" y="3447288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08176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stable_sort()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32304" y="3447288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432304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partial_sort()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56432" y="3447288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456432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nth_element()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4048" y="4014216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84048" y="401421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is_sorted()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408176" y="4014216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408176" y="401421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432304" y="4014216"/>
            <a:ext cx="9601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432304" y="401421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inplace_merge()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5488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54880" y="2880360"/>
            <a:ext cx="4206240" cy="475488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846320" y="3145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 ranges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64608" y="3447288"/>
            <a:ext cx="96012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864608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accumulate()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888736" y="3447288"/>
            <a:ext cx="96012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888736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inner_product()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912864" y="3447288"/>
            <a:ext cx="96012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912864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partial_sum()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936992" y="3447288"/>
            <a:ext cx="96012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7936992" y="344728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adjacent_difference()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64608" y="4014216"/>
            <a:ext cx="960120" cy="4389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864608" y="4014216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iota()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21208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sorting.cpp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
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&lt;vector&gt;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{5,2,8,1,9,3};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Ascending (default)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1 2 3 5 8 9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Descending (custom comparator)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greater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9 8 5 3 2 1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Stable sort (preserves equal order)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stable_sort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Check if sorted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= is_sorted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v.end());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91440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60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sort(b, 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average — quicksort/introsort. Fastest for random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92024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920240"/>
            <a:ext cx="109728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sort(b, e, comp)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comparator — greater&lt;T&gt;() for descending, or lambda.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92608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926080"/>
            <a:ext cx="109728" cy="9144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971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stable_sort(b, 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2735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relative order of equal elements — O(n log² n).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93192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931920"/>
            <a:ext cx="109728" cy="9144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77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is_sorted(b, 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2793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— checks if range is already in sorted order.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21208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searching.cpp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{10,20,30,40,50};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Linear search — O(n), unsorted OK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= find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30);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 != v.end())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"Found: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*it;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occurrences — O(n)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count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30);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search — O(log n), MUST sort first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= binary_search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30);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Conditional search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= any_of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[](int x){ return x&gt;25; });  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914400"/>
            <a:ext cx="109728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60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find(b, e, val)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— returns iterator to element or end() if not found.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92024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92024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count(b, e, val)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how many times val appears in the range — O(n).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92608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92608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971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binary_search(b, e, val)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32735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container MUST be sorted first!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93192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931920"/>
            <a:ext cx="109728" cy="9144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77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any_of / all_of / none_of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42793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checks — true/false based on a condition lambda.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MODIFYING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21208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modifying.cpp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{1,2,3,4,5};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Reverse the range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5 4 3 2 1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Fill all with value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0);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0 0 0 0 0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 3 with 99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3, 99);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Transform: double every element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v.begin(),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[](int x){ return x*2; });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to another vector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dest(5);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dest.begin());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914400"/>
            <a:ext cx="10972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509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reverse(b, 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2435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elements in range in-place — no new allocation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73736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37360"/>
            <a:ext cx="109728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7739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fill(b, e, val)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20665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every element in range to the given value.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256032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560320"/>
            <a:ext cx="109728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5968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replace(b,e,old,new)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2889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all occurrences of old value with new value.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338328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383280"/>
            <a:ext cx="109728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4198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transform(b,e,out,fn)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37124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function to each element — output can be same or different range.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420624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4206240"/>
            <a:ext cx="109728" cy="73152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2428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copy(b, e, dest)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89320" y="45354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elements from source range to destination iterator.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ALGORITHMS  (#include &lt;numeric&gt;)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212080" cy="4069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212080" cy="320040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numeric_algorithms.cpp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AA4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&lt;numeric&gt;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{1,2,3,4,5};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 all elements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accumulate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0);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15  (0+1+2+3+4+5)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 using accumulate
</a:t>
            </a:r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 = accumulate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1,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[](int a, int b){ return a*b; });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120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Fill with increasing values from 1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1);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 2 3 4 5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Partial sums
</a:t>
            </a:r>
            <a:pPr indent="0" marL="0">
              <a:buNone/>
            </a:pPr>
            <a:r>
              <a:rPr lang="en-US" sz="105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partial_sum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 v.end(), v.begin());
</a:t>
            </a:r>
            <a:pPr indent="0" marL="0">
              <a:buNone/>
            </a:pPr>
            <a:r>
              <a:rPr lang="en-US" sz="105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 3 6 10 15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914400"/>
            <a:ext cx="109728" cy="9144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960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accumulate(b,e,init)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126187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 range. Custom binary op allows product, max, concat etc.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92024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920240"/>
            <a:ext cx="109728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iota(b, e, start)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range with incrementing values: start, start+1, start+2…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92608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92608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971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partial_sum(b, e, out)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32735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totals — each position becomes sum of all preceding.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931920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931920"/>
            <a:ext cx="109728" cy="9144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77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inner_product(b,e,b2,0)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427939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two ranges — sum of element-wise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CATEGORIES — Full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887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868680"/>
            <a:ext cx="1691640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868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NON-MODIFYING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868680"/>
            <a:ext cx="169164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868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868680"/>
            <a:ext cx="16916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868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868680"/>
            <a:ext cx="1691640" cy="5943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868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54480"/>
            <a:ext cx="86868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5448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54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1554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inspect range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1554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element values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1554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elements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 ranges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057400"/>
            <a:ext cx="8686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05740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57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2057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2057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2057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(reorders)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0" y="2057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 range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560320"/>
            <a:ext cx="86868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56032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25603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&lt;numeric&gt;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8686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06324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063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83280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0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40880" y="3063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566160"/>
            <a:ext cx="86868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56616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54480" y="3566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any_of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3566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reverse, fill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0" y="3566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stable_sort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40880" y="3566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069080"/>
            <a:ext cx="8686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06908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55448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38328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iter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040880" y="4069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4572000"/>
            <a:ext cx="868680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4572000"/>
            <a:ext cx="54864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572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55448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find(b,e,30)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38328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reverse(b,e)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208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sort(b,e)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40880" y="4572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accumulate(b,e,0)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 ALGORITHM? — Decision Guide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103120" cy="6400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MODIFYING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find, 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Need to search/inspect only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3055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Don't want to change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6151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Read-only analysis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099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on any sorted/unsorted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58444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Won't reorder or change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7168" y="9144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914400"/>
            <a:ext cx="210312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9144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MODIFYING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25272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transform, fill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Need to update element values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78608" y="213055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Copy, replace, or fill ranges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78608" y="26151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Apply formula to every element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78608" y="3099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Won't sort or reorder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78608" y="358444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Changes original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0016" y="9144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914400"/>
            <a:ext cx="21031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9144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73168" y="125272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sort, merge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91456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Need ordered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13055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Preparing for binary_search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26151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Ranking, leaderboards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3099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Merge two sorted ranges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91456" y="358444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Needs random access iterators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12864" y="914400"/>
            <a:ext cx="21031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12864" y="914400"/>
            <a:ext cx="2103120" cy="6400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9144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86016" y="125272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accumulate, iota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04304" y="16459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Compute sum, product, average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04304" y="213055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Running totals, dot products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04304" y="26151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Fill with sequence numbers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04304" y="309981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Separate header: &lt;numeric&gt;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04304" y="358444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for string containers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+ ITERATORS — The Full Picture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5097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v.</a:t>
            </a:r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</a:t>
            </a:r>
            <a:pPr indent="0" marL="0">
              <a:buNone/>
            </a:pPr>
            <a:r>
              <a:rPr lang="en-US" sz="12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v.</a:t>
            </a:r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30);     </a:t>
            </a:r>
            <a:pPr indent="0" marL="0">
              <a:buNone/>
            </a:pPr>
            <a:r>
              <a:rPr lang="en-US" sz="12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</a:t>
            </a:r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v.</a:t>
            </a:r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v.</a:t>
            </a:r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fn);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2651760" cy="47548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vector&lt;int&gt;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Holds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{5, 2, 8, 1, 3}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331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9000" y="17830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83080"/>
            <a:ext cx="2651760" cy="4754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830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begin() / end()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the range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operate 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3317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783080"/>
            <a:ext cx="26517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830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/ find / transform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the 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range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16002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solidFill>
            <a:srgbClr val="162330"/>
          </a:solidFill>
          <a:ln w="12700">
            <a:solidFill>
              <a:srgbClr val="1623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 complete_example.cpp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12464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&lt;int&gt;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v={5,2,8,1,9,3};  </a:t>
            </a:r>
            <a:pPr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(v.begin(),v.end());  </a:t>
            </a:r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 2 3 5 8 9
</a:t>
            </a:r>
            <a:pPr indent="0" marL="0"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it=</a:t>
            </a:r>
            <a:pPr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(v.begin(),v.end(),5);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cout&lt;&lt;*it;       </a:t>
            </a:r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5
</a:t>
            </a:r>
            <a:pPr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(v.begin(),v.end(),v.begin(),[](int x){return x*2;});  </a:t>
            </a:r>
            <a:pPr indent="0" marL="0">
              <a:buNone/>
            </a:pPr>
            <a:r>
              <a:rPr lang="en-US" sz="1100" dirty="0">
                <a:solidFill>
                  <a:srgbClr val="5C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2 4 6 10 16 18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PREP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Important Exam Questions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3716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STL algorithms? Name the categories.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93392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9339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199339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sort() and stable_sort() with examples.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61518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C++ program using find() and count().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36976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369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323697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sort() and binary_search()?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4754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58768"/>
            <a:ext cx="38404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58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8587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transform() with a lambda function example.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49240" y="914400"/>
            <a:ext cx="342900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914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MCQ Practice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137160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complexity: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17830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O(n)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7830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O(n log n) 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2130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O(n²)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130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O(log 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260604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binary_search() needs: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017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Unsorted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30175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Sorted 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3649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Unique vals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33649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 map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3840480"/>
            <a:ext cx="3429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&lt;numeric&gt; contains: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42519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sort()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42519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find()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4599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accumulate() ✅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78040" y="45994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reverse()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Learned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20040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109728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STL Algorithms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0756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generic functions — sort, find, transform, reverse.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600200"/>
            <a:ext cx="109728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673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38928" y="20756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use sort() for speed, stable_sort() for stability.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54680"/>
            <a:ext cx="10972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6301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for linear, binary_search() for O(log n) on sorted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154680"/>
            <a:ext cx="3931920" cy="1371600"/>
          </a:xfrm>
          <a:prstGeom prst="rect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54680"/>
            <a:ext cx="109728" cy="1371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2004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227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38928" y="363016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take iterator ranges — they work on ANY container type.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Ganesh Deshmukh  ·  Assistant Professor, CSE  ·  MODULE I — C++ STL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in C++</dc:title>
  <dc:subject>PptxGenJS Presentation</dc:subject>
  <dc:creator>PptxGenJS</dc:creator>
  <cp:lastModifiedBy>PptxGenJS</cp:lastModifiedBy>
  <cp:revision>1</cp:revision>
  <dcterms:created xsi:type="dcterms:W3CDTF">2026-03-05T04:38:19Z</dcterms:created>
  <dcterms:modified xsi:type="dcterms:W3CDTF">2026-03-05T04:38:19Z</dcterms:modified>
</cp:coreProperties>
</file>