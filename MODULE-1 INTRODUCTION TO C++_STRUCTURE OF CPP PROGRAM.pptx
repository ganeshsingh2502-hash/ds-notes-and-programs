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24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2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77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20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2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5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42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87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4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4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12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MODULE-1 INTRODUCTION TO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Structure of C++ Program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E81983E-F339-5B1C-5DC4-FF9C59A5322E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B52E80D5-C493-7FDD-0119-F15876A17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122FCEB-21BE-3514-EC08-A6DFBF21BFC4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7E33417F-B672-C696-C510-38B3578D8A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67A0B08-A801-6D4E-B712-97C4ADC6758E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22B2E8-DB1A-F3DE-0129-C33DEC6A9869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868E520-9524-CDA5-D81F-3E64632B9558}"/>
              </a:ext>
            </a:extLst>
          </p:cNvPr>
          <p:cNvSpPr txBox="1"/>
          <p:nvPr/>
        </p:nvSpPr>
        <p:spPr>
          <a:xfrm>
            <a:off x="8986101" y="5276890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dirty="0"/>
              <a:t>Understand the basic structure of a C++ program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dirty="0"/>
              <a:t>Identify different sections of a C++ program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dirty="0"/>
              <a:t>Explain the role of header files and main function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dirty="0"/>
              <a:t>Write and analyze simple C++ 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Structure of a C++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structure of a C++ program is the organized layout</a:t>
            </a:r>
          </a:p>
          <a:p>
            <a:r>
              <a:t>of different sections required to write and execute a C++ program.</a:t>
            </a:r>
          </a:p>
          <a:p>
            <a:endParaRPr/>
          </a:p>
          <a:p>
            <a:r>
              <a:t>It includes header files, namespace, main function and statements.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Basic Structure of C++ Program (Sections)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Documentation Section</a:t>
            </a:r>
          </a:p>
          <a:p>
            <a:r>
              <a:t>2. Link Section (#include)</a:t>
            </a:r>
          </a:p>
          <a:p>
            <a:r>
              <a:t>3. Namespace Section</a:t>
            </a:r>
          </a:p>
          <a:p>
            <a:r>
              <a:t>4. Global Declaration Section</a:t>
            </a:r>
          </a:p>
          <a:p>
            <a:r>
              <a:t>5. main() Function</a:t>
            </a:r>
          </a:p>
          <a:p>
            <a:r>
              <a:t>6. User Defined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Standard Structure of C++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&lt;iostream&gt;</a:t>
            </a:r>
          </a:p>
          <a:p>
            <a:r>
              <a:t>using namespace std;</a:t>
            </a:r>
          </a:p>
          <a:p>
            <a:endParaRPr/>
          </a:p>
          <a:p>
            <a:r>
              <a:t>int main() {</a:t>
            </a:r>
          </a:p>
          <a:p>
            <a:r>
              <a:t>    cout &lt;&lt; "Hello World";</a:t>
            </a:r>
          </a:p>
          <a:p>
            <a:r>
              <a:t> 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1. Documentation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section contains comments that describe the program.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// Program to display Hello World</a:t>
            </a:r>
          </a:p>
          <a:p>
            <a:r>
              <a:rPr dirty="0"/>
              <a:t>/* Author Name */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2. Link Section (#include)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includes header files required for the program.</a:t>
            </a:r>
          </a:p>
          <a:p>
            <a:endParaRPr/>
          </a:p>
          <a:p>
            <a:r>
              <a:t>Example:</a:t>
            </a:r>
          </a:p>
          <a:p>
            <a:r>
              <a:t>#include &lt;iostream&gt;</a:t>
            </a:r>
          </a:p>
          <a:p>
            <a:endParaRPr/>
          </a:p>
          <a:p>
            <a:r>
              <a:t>It allows the use of input-output operations like cout and cin.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3. Namespace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namespace std;</a:t>
            </a:r>
          </a:p>
          <a:p>
            <a:endParaRPr/>
          </a:p>
          <a:p>
            <a:r>
              <a:t>This statement allows us to use standard library</a:t>
            </a:r>
          </a:p>
          <a:p>
            <a:r>
              <a:t>objects like cout and cin without writing std::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4. Global Declaration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contains global variables and function</a:t>
            </a:r>
          </a:p>
          <a:p>
            <a:r>
              <a:t>declarations that can be accessed throughout the program.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5. main() Function (Entry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main() is the starting point of every C++ program.</a:t>
            </a:r>
          </a:p>
          <a:p>
            <a:endParaRPr/>
          </a:p>
          <a:p>
            <a:r>
              <a:t>Program execution always begins from main() function.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6. Body of main()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Contains executable statements of the program.</a:t>
            </a:r>
          </a:p>
          <a:p>
            <a:endParaRPr/>
          </a:p>
          <a:p>
            <a:r>
              <a:t>Example:</a:t>
            </a:r>
          </a:p>
          <a:p>
            <a:r>
              <a:t>cout &lt;&lt; "Hello World";</a:t>
            </a:r>
          </a:p>
          <a:p>
            <a:r>
              <a:t>return 0;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7. User Defined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These are functions defined by the programmer</a:t>
            </a:r>
          </a:p>
          <a:p>
            <a:r>
              <a:rPr dirty="0"/>
              <a:t>to perform specific tasks and improve modularity.</a:t>
            </a:r>
          </a:p>
          <a:p>
            <a:endParaRPr dirty="0"/>
          </a:p>
          <a:p>
            <a:r>
              <a:rPr dirty="0"/>
              <a:t>Example: display(), add(), etc.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 Execution Flow (Diagram)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Program Start</a:t>
            </a:r>
          </a:p>
          <a:p>
            <a:r>
              <a:t>      ↓</a:t>
            </a:r>
          </a:p>
          <a:p>
            <a:r>
              <a:t>Header Files Included</a:t>
            </a:r>
          </a:p>
          <a:p>
            <a:r>
              <a:t>      ↓</a:t>
            </a:r>
          </a:p>
          <a:p>
            <a:r>
              <a:t>main() Function Executes</a:t>
            </a:r>
          </a:p>
          <a:p>
            <a:r>
              <a:t>      ↓</a:t>
            </a:r>
          </a:p>
          <a:p>
            <a:r>
              <a:t>Statements Executed</a:t>
            </a:r>
          </a:p>
          <a:p>
            <a:r>
              <a:t>      ↓</a:t>
            </a:r>
          </a:p>
          <a:p>
            <a:r>
              <a:t>Program Ends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 vs C++ Program Structure (Exam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Language:</a:t>
            </a:r>
          </a:p>
          <a:p>
            <a:r>
              <a:t>• Uses printf and scanf</a:t>
            </a:r>
          </a:p>
          <a:p>
            <a:r>
              <a:t>• No namespace concept</a:t>
            </a:r>
          </a:p>
          <a:p>
            <a:endParaRPr/>
          </a:p>
          <a:p>
            <a:r>
              <a:t>C++ Language:</a:t>
            </a:r>
          </a:p>
          <a:p>
            <a:r>
              <a:t>• Uses cout and cin</a:t>
            </a:r>
          </a:p>
          <a:p>
            <a:r>
              <a:t>• Supports namespace and OOP 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Advantages of Proper Program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readability</a:t>
            </a:r>
          </a:p>
          <a:p>
            <a:r>
              <a:t>• Easy debugging and maintenance</a:t>
            </a:r>
          </a:p>
          <a:p>
            <a:r>
              <a:t>• Better program organization</a:t>
            </a:r>
          </a:p>
          <a:p>
            <a:r>
              <a:t>• Supports modular programming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Explain the structure of a C++ program with example</a:t>
            </a:r>
          </a:p>
          <a:p>
            <a:r>
              <a:t>2. Write the basic structure of C++ program</a:t>
            </a:r>
          </a:p>
          <a:p>
            <a:r>
              <a:t>3. Explain different sections of C++ program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Execution of a C++ program starts from:</a:t>
            </a:r>
          </a:p>
          <a:p>
            <a:r>
              <a:t>a) main()  b) class  c) header  d) function</a:t>
            </a:r>
          </a:p>
          <a:p>
            <a:endParaRPr/>
          </a:p>
          <a:p>
            <a:r>
              <a:t>2. Header file for input-output is:</a:t>
            </a:r>
          </a:p>
          <a:p>
            <a:r>
              <a:t>a) &lt;stdio.h&gt;  b) &lt;iostream&gt;  c) &lt;math.h&gt;  d) &lt;conio.h&gt;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</TotalTime>
  <Words>579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Structure of a C++ Program?</vt:lpstr>
      <vt:lpstr>Basic Structure of C++ Program (Sections)</vt:lpstr>
      <vt:lpstr>Standard Structure of C++ Program</vt:lpstr>
      <vt:lpstr>1. Documentation Section</vt:lpstr>
      <vt:lpstr>2. Link Section (#include)</vt:lpstr>
      <vt:lpstr>3. Namespace Section</vt:lpstr>
      <vt:lpstr>4. Global Declaration Section</vt:lpstr>
      <vt:lpstr>5. main() Function (Entry Point)</vt:lpstr>
      <vt:lpstr>6. Body of main() Function</vt:lpstr>
      <vt:lpstr>7. User Defined Functions</vt:lpstr>
      <vt:lpstr>Program Execution Flow (Diagram)</vt:lpstr>
      <vt:lpstr>C vs C++ Program Structure (Exam Important)</vt:lpstr>
      <vt:lpstr>Advantages of Proper Program Structure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3</cp:revision>
  <dcterms:created xsi:type="dcterms:W3CDTF">2013-01-27T09:14:16Z</dcterms:created>
  <dcterms:modified xsi:type="dcterms:W3CDTF">2026-02-19T10:17:26Z</dcterms:modified>
  <cp:category/>
</cp:coreProperties>
</file>