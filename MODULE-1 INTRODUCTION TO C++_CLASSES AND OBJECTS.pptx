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615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33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23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57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0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78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0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7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1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2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82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MODULE-1 INTRODUCTION TO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TOPIC: </a:t>
            </a:r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Classes and Objects in C++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F3555D9-DEAE-0173-F3A9-5C9402861EED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5" name="Picture 4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9625468F-8A63-D20D-6C78-1703AA381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A3BC787-7E47-1635-8C78-A61045911DC5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7" name="Picture 6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7C3B60E0-6081-3D76-11A5-193787E610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65D8F70-D39E-5000-4E5F-7510F15535A0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E0BBD6C-E6E8-1C9B-4CCC-C59F1C8F8197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5C279CB-063A-A061-815D-CB7BD73240C7}"/>
              </a:ext>
            </a:extLst>
          </p:cNvPr>
          <p:cNvSpPr txBox="1"/>
          <p:nvPr/>
        </p:nvSpPr>
        <p:spPr>
          <a:xfrm>
            <a:off x="8986101" y="5138259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Understand the concept of classes and objects in C++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Differentiate between class and object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Write programs using classes and objects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Apply OOP concepts in real-world 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a Class in C++?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class is a user-defined data type in C++ that</a:t>
            </a:r>
          </a:p>
          <a:p>
            <a:r>
              <a:t>combines data members and member functions</a:t>
            </a:r>
          </a:p>
          <a:p>
            <a:r>
              <a:t>into a single unit.</a:t>
            </a:r>
          </a:p>
          <a:p>
            <a:endParaRPr/>
          </a:p>
          <a:p>
            <a:r>
              <a:t>It acts as a blueprint for creating objects.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an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object is an instance of a class.</a:t>
            </a:r>
          </a:p>
          <a:p>
            <a:r>
              <a:t>It represents a real-world entity and</a:t>
            </a:r>
          </a:p>
          <a:p>
            <a:r>
              <a:t>contains data and behavior defined in the class.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Real 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→ Blueprint of a House</a:t>
            </a:r>
          </a:p>
          <a:p>
            <a:r>
              <a:t>Object → Actual House Built from Blueprint</a:t>
            </a:r>
          </a:p>
          <a:p>
            <a:endParaRPr/>
          </a:p>
          <a:p>
            <a:r>
              <a:t>Example:</a:t>
            </a:r>
          </a:p>
          <a:p>
            <a:r>
              <a:t>Class: Student</a:t>
            </a:r>
          </a:p>
          <a:p>
            <a:r>
              <a:t>Objects: Student1, Student2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Syntax of Class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ClassName {</a:t>
            </a:r>
          </a:p>
          <a:p>
            <a:r>
              <a:t>   private:</a:t>
            </a:r>
          </a:p>
          <a:p>
            <a:r>
              <a:t>      data members;</a:t>
            </a:r>
          </a:p>
          <a:p>
            <a:r>
              <a:t>   public:</a:t>
            </a:r>
          </a:p>
          <a:p>
            <a:r>
              <a:t>      member functions;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Syntax of Object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ClassName objectName;</a:t>
            </a:r>
          </a:p>
          <a:p>
            <a:endParaRPr/>
          </a:p>
          <a:p>
            <a:r>
              <a:t>Example:</a:t>
            </a:r>
          </a:p>
          <a:p>
            <a:r>
              <a:t>Student s1;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Basic Program: Class and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class Student {</a:t>
            </a:r>
          </a:p>
          <a:p>
            <a:r>
              <a:rPr dirty="0"/>
              <a:t>public:</a:t>
            </a:r>
          </a:p>
          <a:p>
            <a:r>
              <a:rPr dirty="0"/>
              <a:t>   int id;</a:t>
            </a:r>
          </a:p>
          <a:p>
            <a:r>
              <a:rPr dirty="0"/>
              <a:t>   string name;</a:t>
            </a:r>
          </a:p>
          <a:p>
            <a:r>
              <a:rPr dirty="0"/>
              <a:t>};</a:t>
            </a:r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DD8CB1-FAC8-48F7-BC92-134E7A1071F4}"/>
              </a:ext>
            </a:extLst>
          </p:cNvPr>
          <p:cNvSpPr txBox="1"/>
          <p:nvPr/>
        </p:nvSpPr>
        <p:spPr>
          <a:xfrm>
            <a:off x="5347355" y="1845734"/>
            <a:ext cx="609442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 main() {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Student s1;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s1.id = 101;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s1.name = "Rahul";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cout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&lt;&lt; s1.id &lt;&lt; " " &lt;&lt; s1.name;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return 0;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Program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 Student → Defines a class</a:t>
            </a:r>
          </a:p>
          <a:p>
            <a:r>
              <a:t>• s1 → Object of Student class</a:t>
            </a:r>
          </a:p>
          <a:p>
            <a:r>
              <a:t>• s1.id and s1.name → Access data members</a:t>
            </a:r>
          </a:p>
          <a:p>
            <a:r>
              <a:t>• Object accesses class members using dot (.) operator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Access Specifiers in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Public → Accessible outside class</a:t>
            </a:r>
          </a:p>
          <a:p>
            <a:r>
              <a:t>• Private → Accessible only inside class</a:t>
            </a:r>
          </a:p>
          <a:p>
            <a:r>
              <a:t>• Protected → Accessible in derived class</a:t>
            </a:r>
          </a:p>
          <a:p>
            <a:endParaRPr/>
          </a:p>
          <a:p>
            <a:r>
              <a:t>Default access in class = Private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Class with Member Function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class Rectangle {</a:t>
            </a:r>
          </a:p>
          <a:p>
            <a:r>
              <a:rPr dirty="0"/>
              <a:t>public:</a:t>
            </a:r>
          </a:p>
          <a:p>
            <a:r>
              <a:rPr dirty="0"/>
              <a:t>   int l, b;</a:t>
            </a:r>
          </a:p>
          <a:p>
            <a:r>
              <a:rPr dirty="0"/>
              <a:t>   void area() {</a:t>
            </a:r>
          </a:p>
          <a:p>
            <a:r>
              <a:rPr dirty="0"/>
              <a:t>      </a:t>
            </a:r>
            <a:r>
              <a:rPr dirty="0" err="1"/>
              <a:t>cout</a:t>
            </a:r>
            <a:r>
              <a:rPr dirty="0"/>
              <a:t> &lt;&lt; "Area = " &lt;&lt; l*b;</a:t>
            </a:r>
          </a:p>
          <a:p>
            <a:r>
              <a:rPr dirty="0"/>
              <a:t>   }</a:t>
            </a:r>
          </a:p>
          <a:p>
            <a:r>
              <a:rPr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27D92-7798-76C9-9C68-C3CDB46D7976}"/>
              </a:ext>
            </a:extLst>
          </p:cNvPr>
          <p:cNvSpPr txBox="1"/>
          <p:nvPr/>
        </p:nvSpPr>
        <p:spPr>
          <a:xfrm>
            <a:off x="5865829" y="1737360"/>
            <a:ext cx="609442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 main() {</a:t>
            </a:r>
          </a:p>
          <a:p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Rectangle r;</a:t>
            </a:r>
          </a:p>
          <a:p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IN" sz="1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r.l</a:t>
            </a: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5;</a:t>
            </a:r>
          </a:p>
          <a:p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IN" sz="1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r.b</a:t>
            </a: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4;</a:t>
            </a:r>
          </a:p>
          <a:p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IN" sz="1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r.area</a:t>
            </a: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();</a:t>
            </a:r>
          </a:p>
          <a:p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Class vs Object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Class:</a:t>
            </a:r>
          </a:p>
          <a:p>
            <a:r>
              <a:rPr dirty="0"/>
              <a:t>• Blueprint</a:t>
            </a:r>
          </a:p>
          <a:p>
            <a:r>
              <a:rPr dirty="0"/>
              <a:t>• Logical entity</a:t>
            </a:r>
          </a:p>
          <a:p>
            <a:r>
              <a:rPr dirty="0"/>
              <a:t>• No memory allocated</a:t>
            </a:r>
          </a:p>
          <a:p>
            <a:endParaRPr dirty="0"/>
          </a:p>
          <a:p>
            <a:r>
              <a:rPr dirty="0"/>
              <a:t>Object:</a:t>
            </a:r>
          </a:p>
          <a:p>
            <a:r>
              <a:rPr dirty="0"/>
              <a:t>• Instance of class</a:t>
            </a:r>
          </a:p>
          <a:p>
            <a:r>
              <a:rPr dirty="0"/>
              <a:t>• Physical entity</a:t>
            </a:r>
          </a:p>
          <a:p>
            <a:r>
              <a:rPr dirty="0"/>
              <a:t>• Memory allocated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Advantages of Classes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Code reusability</a:t>
            </a:r>
          </a:p>
          <a:p>
            <a:r>
              <a:t>• Data abstraction</a:t>
            </a:r>
          </a:p>
          <a:p>
            <a:r>
              <a:t>• Encapsulation</a:t>
            </a:r>
          </a:p>
          <a:p>
            <a:r>
              <a:t>• Modular programming</a:t>
            </a:r>
          </a:p>
          <a:p>
            <a:r>
              <a:t>• Easy maintenance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class and object in C++</a:t>
            </a:r>
          </a:p>
          <a:p>
            <a:r>
              <a:t>2. Explain classes and objects with example</a:t>
            </a:r>
          </a:p>
          <a:p>
            <a:r>
              <a:t>3. Difference between class and object</a:t>
            </a:r>
          </a:p>
          <a:p>
            <a:r>
              <a:t>4. Write a C++ program using class and object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 object is an instance of:</a:t>
            </a:r>
          </a:p>
          <a:p>
            <a:r>
              <a:t>a) Function  b) Class  c) Variable  d) Structure</a:t>
            </a:r>
          </a:p>
          <a:p>
            <a:endParaRPr/>
          </a:p>
          <a:p>
            <a:r>
              <a:t>2. Default access specifier in class is:</a:t>
            </a:r>
          </a:p>
          <a:p>
            <a:r>
              <a:t>a) Public  b) Private  c) Protected  d) None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</TotalTime>
  <Words>552</Words>
  <Application>Microsoft Office PowerPoint</Application>
  <PresentationFormat>Widescreen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Calibri</vt:lpstr>
      <vt:lpstr>Calibri Light</vt:lpstr>
      <vt:lpstr>Raleway</vt:lpstr>
      <vt:lpstr>Wingdings</vt:lpstr>
      <vt:lpstr>Retrospect</vt:lpstr>
      <vt:lpstr>MODULE-1 INTRODUCTION TO C++</vt:lpstr>
      <vt:lpstr>Session Outcomes</vt:lpstr>
      <vt:lpstr>What is a Class in C++?</vt:lpstr>
      <vt:lpstr>What is an Object?</vt:lpstr>
      <vt:lpstr>Real World Analogy</vt:lpstr>
      <vt:lpstr>Syntax of Class in C++</vt:lpstr>
      <vt:lpstr>Syntax of Object Creation</vt:lpstr>
      <vt:lpstr>Basic Program: Class and Object</vt:lpstr>
      <vt:lpstr>Program Explanation</vt:lpstr>
      <vt:lpstr>Access Specifiers in Class</vt:lpstr>
      <vt:lpstr>Class with Member Function Program</vt:lpstr>
      <vt:lpstr>Class vs Object </vt:lpstr>
      <vt:lpstr>Advantages of Classes and Objects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2026-02-19T10:04:19Z</dcterms:modified>
  <cp:category/>
</cp:coreProperties>
</file>