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555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4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81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50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67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44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58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14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90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9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4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00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BD582C">
                    <a:lumMod val="75000"/>
                  </a:srgbClr>
                </a:solidFill>
                <a:latin typeface="Calibri Light" panose="020F0302020204030204"/>
              </a:rPr>
              <a:t>MODULE-1 INTRODUCTION TO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TOPIC: </a:t>
            </a:r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Dynamic Memory Allocation in C++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05DCC4D-8C40-8A47-D2C3-B6415D376F19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5" name="Picture 4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BCF21677-142C-AF72-8873-8B07FAA14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3B2C610-9591-499A-BAE2-0C08006DB16A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7" name="Picture 6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65BA5961-F9D9-17C2-45B4-8D473C1413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FC9BBDF8-969C-1BBD-2B71-A6454DE51A04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DC57784-8EF1-3FCC-9EA0-BAAAFEBB0051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5DF214A-B2E0-E088-3459-9505796A43B6}"/>
              </a:ext>
            </a:extLst>
          </p:cNvPr>
          <p:cNvSpPr txBox="1"/>
          <p:nvPr/>
        </p:nvSpPr>
        <p:spPr>
          <a:xfrm>
            <a:off x="8986101" y="5276890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Understand dynamic memory allocation in C++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Differentiate static and dynamic memory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Use new and delete operators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Implement DMA with pointers and arrays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Dynamic Memory Allocation?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Memory Allocation (DMA) is the process of allocating</a:t>
            </a:r>
          </a:p>
          <a:p>
            <a:r>
              <a:t>memory at runtime using pointers.</a:t>
            </a:r>
          </a:p>
          <a:p>
            <a:endParaRPr/>
          </a:p>
          <a:p>
            <a:r>
              <a:t>Memory is allocated from Heap using new operator.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Static vs Dynamic Memory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Static Memory:</a:t>
            </a:r>
          </a:p>
          <a:p>
            <a:r>
              <a:t>• Allocated at compile time</a:t>
            </a:r>
          </a:p>
          <a:p>
            <a:r>
              <a:t>• Fixed size</a:t>
            </a:r>
          </a:p>
          <a:p>
            <a:r>
              <a:t>• Uses stack</a:t>
            </a:r>
          </a:p>
          <a:p>
            <a:endParaRPr/>
          </a:p>
          <a:p>
            <a:r>
              <a:t>Dynamic Memory:</a:t>
            </a:r>
          </a:p>
          <a:p>
            <a:r>
              <a:t>• Allocated at runtime</a:t>
            </a:r>
          </a:p>
          <a:p>
            <a:r>
              <a:t>• Flexible size</a:t>
            </a:r>
          </a:p>
          <a:p>
            <a:r>
              <a:t>• Uses heap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Real 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Memory → Fixed classroom seats</a:t>
            </a:r>
          </a:p>
          <a:p>
            <a:r>
              <a:t>Dynamic Memory → Booking seats as needed</a:t>
            </a:r>
          </a:p>
          <a:p>
            <a:endParaRPr/>
          </a:p>
          <a:p>
            <a:r>
              <a:t>DMA allocates memory only when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Operators Used in Dynamic Memory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new  → Allocates memory</a:t>
            </a:r>
          </a:p>
          <a:p>
            <a:r>
              <a:t>2. delete → Deallocates memory</a:t>
            </a:r>
          </a:p>
          <a:p>
            <a:endParaRPr/>
          </a:p>
          <a:p>
            <a:r>
              <a:t>These operators replace malloc() and free() of 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Syntax of new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Pointer Declaration:</a:t>
            </a:r>
          </a:p>
          <a:p>
            <a:r>
              <a:t>int *ptr;</a:t>
            </a:r>
          </a:p>
          <a:p>
            <a:endParaRPr/>
          </a:p>
          <a:p>
            <a:r>
              <a:t>Memory Allocation:</a:t>
            </a:r>
          </a:p>
          <a:p>
            <a:r>
              <a:t>ptr = new int;</a:t>
            </a:r>
          </a:p>
          <a:p>
            <a:endParaRPr/>
          </a:p>
          <a:p>
            <a:r>
              <a:t>For Array:</a:t>
            </a:r>
          </a:p>
          <a:p>
            <a:r>
              <a:t>ptr = new int[n];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Syntax of delete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Single Variable:</a:t>
            </a:r>
          </a:p>
          <a:p>
            <a:r>
              <a:t>delete ptr;</a:t>
            </a:r>
          </a:p>
          <a:p>
            <a:endParaRPr/>
          </a:p>
          <a:p>
            <a:r>
              <a:t>For Array:</a:t>
            </a:r>
          </a:p>
          <a:p>
            <a:r>
              <a:t>delete[] ptr;</a:t>
            </a:r>
          </a:p>
          <a:p>
            <a:endParaRPr/>
          </a:p>
          <a:p>
            <a:r>
              <a:t>Frees the allocated heap memory.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Program: Dynamic Memory for Single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#include &lt;iostream&gt;</a:t>
            </a:r>
          </a:p>
          <a:p>
            <a:r>
              <a:t>using namespace std;</a:t>
            </a:r>
          </a:p>
          <a:p>
            <a:endParaRPr/>
          </a:p>
          <a:p>
            <a:r>
              <a:t>int main() {</a:t>
            </a:r>
          </a:p>
          <a:p>
            <a:r>
              <a:t>    int *ptr = new int;</a:t>
            </a:r>
          </a:p>
          <a:p>
            <a:r>
              <a:t>    *ptr = 50;</a:t>
            </a:r>
          </a:p>
          <a:p>
            <a:r>
              <a:t>    cout &lt;&lt; "Value: " &lt;&lt; *ptr;</a:t>
            </a:r>
          </a:p>
          <a:p>
            <a:r>
              <a:t>    delete ptr;</a:t>
            </a:r>
          </a:p>
          <a:p>
            <a:r>
              <a:t>  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Program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new int → Allocates memory in heap</a:t>
            </a:r>
          </a:p>
          <a:p>
            <a:r>
              <a:t>• ptr stores address of allocated memory</a:t>
            </a:r>
          </a:p>
          <a:p>
            <a:r>
              <a:t>• *ptr = 50 → Stores value at allocated memory</a:t>
            </a:r>
          </a:p>
          <a:p>
            <a:r>
              <a:t>• delete ptr → Frees memory to avoid memory leak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Dynamic Memory Allocation for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Syntax:</a:t>
            </a:r>
          </a:p>
          <a:p>
            <a:r>
              <a:t>int *arr = new int[n];</a:t>
            </a:r>
          </a:p>
          <a:p>
            <a:endParaRPr/>
          </a:p>
          <a:p>
            <a:r>
              <a:t>Example:</a:t>
            </a:r>
          </a:p>
          <a:p>
            <a:r>
              <a:t>int *arr = new int[5];</a:t>
            </a:r>
          </a:p>
          <a:p>
            <a:endParaRPr/>
          </a:p>
          <a:p>
            <a:r>
              <a:t>Memory allocated at runtime based on user input.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Program: Dynamic Array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800" dirty="0"/>
              <a:t>#include &lt;iostream&gt;</a:t>
            </a:r>
          </a:p>
          <a:p>
            <a:r>
              <a:rPr sz="1800" dirty="0"/>
              <a:t>using namespace std;</a:t>
            </a:r>
          </a:p>
          <a:p>
            <a:endParaRPr sz="1800" dirty="0"/>
          </a:p>
          <a:p>
            <a:r>
              <a:rPr sz="1800" dirty="0"/>
              <a:t>int main() {</a:t>
            </a:r>
          </a:p>
          <a:p>
            <a:r>
              <a:rPr sz="1800" dirty="0"/>
              <a:t>    int n = 5;</a:t>
            </a:r>
          </a:p>
          <a:p>
            <a:r>
              <a:rPr sz="1800" dirty="0"/>
              <a:t>    int *</a:t>
            </a:r>
            <a:r>
              <a:rPr sz="1800" dirty="0" err="1"/>
              <a:t>arr</a:t>
            </a:r>
            <a:r>
              <a:rPr sz="1800" dirty="0"/>
              <a:t> = new int[n];</a:t>
            </a:r>
          </a:p>
          <a:p>
            <a:r>
              <a:rPr sz="1800" dirty="0"/>
              <a:t>    for(int i=0;i&lt;</a:t>
            </a:r>
            <a:r>
              <a:rPr sz="1800" dirty="0" err="1"/>
              <a:t>n;i</a:t>
            </a:r>
            <a:r>
              <a:rPr sz="1800" dirty="0"/>
              <a:t>++)</a:t>
            </a:r>
          </a:p>
          <a:p>
            <a:r>
              <a:rPr sz="1800" dirty="0"/>
              <a:t>        </a:t>
            </a:r>
            <a:r>
              <a:rPr sz="1800" dirty="0" err="1"/>
              <a:t>arr</a:t>
            </a:r>
            <a:r>
              <a:rPr sz="1800" dirty="0"/>
              <a:t>[i] = i+1;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CE3AE-E036-8865-0BC8-DF6F5CE372AA}"/>
              </a:ext>
            </a:extLst>
          </p:cNvPr>
          <p:cNvSpPr txBox="1"/>
          <p:nvPr/>
        </p:nvSpPr>
        <p:spPr>
          <a:xfrm>
            <a:off x="5224807" y="1845734"/>
            <a:ext cx="6094428" cy="1628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800" dirty="0"/>
              <a:t> 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for(int i=0;i&lt;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n;i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++)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cout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&lt;&lt;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arr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[i] &lt;&lt; " ";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delete[]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arr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Memory Diagram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Stack: ptr (stores address)</a:t>
            </a:r>
          </a:p>
          <a:p>
            <a:r>
              <a:t>        ↓</a:t>
            </a:r>
          </a:p>
          <a:p>
            <a:r>
              <a:t>Heap: [Allocated Memory Block]</a:t>
            </a:r>
          </a:p>
          <a:p>
            <a:endParaRPr/>
          </a:p>
          <a:p>
            <a:r>
              <a:t>Pointer points to heap memory.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Advantages of Dynamic Memory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Efficient memory utilization</a:t>
            </a:r>
          </a:p>
          <a:p>
            <a:r>
              <a:t>• Flexible memory size</a:t>
            </a:r>
          </a:p>
          <a:p>
            <a:r>
              <a:t>• Useful for linked lists, trees, graphs</a:t>
            </a:r>
          </a:p>
          <a:p>
            <a:r>
              <a:t>• Reduces memory wastage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Disadvantages of Dynamic Memory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Slower than static allocation</a:t>
            </a:r>
          </a:p>
          <a:p>
            <a:r>
              <a:t>• Risk of memory leaks</a:t>
            </a:r>
          </a:p>
          <a:p>
            <a:r>
              <a:t>• Requires manual memory management</a:t>
            </a:r>
          </a:p>
          <a:p>
            <a:r>
              <a:t>• Pointer complexity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6962" y="263527"/>
            <a:ext cx="10058400" cy="1450757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Important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Explain dynamic memory allocation in C++</a:t>
            </a:r>
          </a:p>
          <a:p>
            <a:r>
              <a:t>2. Difference between static and dynamic memory</a:t>
            </a:r>
          </a:p>
          <a:p>
            <a:r>
              <a:t>3. Explain new and delete operators with example</a:t>
            </a:r>
          </a:p>
          <a:p>
            <a:r>
              <a:t>4. Write a C++ program using dynamic memory allocation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DMA memory is allocated in:</a:t>
            </a:r>
          </a:p>
          <a:p>
            <a:r>
              <a:t>a) Stack  b) Heap  c) Register  d) Cache</a:t>
            </a:r>
          </a:p>
          <a:p>
            <a:endParaRPr/>
          </a:p>
          <a:p>
            <a:r>
              <a:t>2. Operator used for memory deallocation:</a:t>
            </a:r>
          </a:p>
          <a:p>
            <a:r>
              <a:t>a) free  b) delete  c) remove  d) clear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</TotalTime>
  <Words>623</Words>
  <Application>Microsoft Office PowerPoint</Application>
  <PresentationFormat>Widescreen</PresentationFormat>
  <Paragraphs>119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Calibri</vt:lpstr>
      <vt:lpstr>Calibri Light</vt:lpstr>
      <vt:lpstr>Raleway</vt:lpstr>
      <vt:lpstr>Wingdings</vt:lpstr>
      <vt:lpstr>Retrospect</vt:lpstr>
      <vt:lpstr>MODULE-1 INTRODUCTION TO C++</vt:lpstr>
      <vt:lpstr>Session Outcomes</vt:lpstr>
      <vt:lpstr>What is Dynamic Memory Allocation?</vt:lpstr>
      <vt:lpstr>Static vs Dynamic Memory </vt:lpstr>
      <vt:lpstr>Real World Analogy</vt:lpstr>
      <vt:lpstr>Operators Used in Dynamic Memory Allocation</vt:lpstr>
      <vt:lpstr>Syntax of new Operator</vt:lpstr>
      <vt:lpstr>Syntax of delete Operator</vt:lpstr>
      <vt:lpstr>Program: Dynamic Memory for Single Variable</vt:lpstr>
      <vt:lpstr>Program Explanation</vt:lpstr>
      <vt:lpstr>Dynamic Memory Allocation for Arrays</vt:lpstr>
      <vt:lpstr>Program: Dynamic Array Allocation</vt:lpstr>
      <vt:lpstr>Memory Diagram (Conceptual)</vt:lpstr>
      <vt:lpstr>Advantages of Dynamic Memory Allocation</vt:lpstr>
      <vt:lpstr>Disadvantages of Dynamic Memory Allocation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3</cp:revision>
  <dcterms:created xsi:type="dcterms:W3CDTF">2013-01-27T09:14:16Z</dcterms:created>
  <dcterms:modified xsi:type="dcterms:W3CDTF">2026-02-19T10:32:22Z</dcterms:modified>
  <cp:category/>
</cp:coreProperties>
</file>