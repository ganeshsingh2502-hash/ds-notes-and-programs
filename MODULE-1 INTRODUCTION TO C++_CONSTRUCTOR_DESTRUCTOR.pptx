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10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3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49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05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3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4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3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40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65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406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MODULE-1 INTRODUCTION TO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TOPIC: </a:t>
            </a:r>
            <a:r>
              <a:rPr b="1">
                <a:solidFill>
                  <a:schemeClr val="bg2">
                    <a:lumMod val="25000"/>
                  </a:schemeClr>
                </a:solidFill>
              </a:rPr>
              <a:t>Constructors </a:t>
            </a:r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&amp; Destructor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94E4B9-CFF5-30F3-757F-ADCF97BD35CA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0A0D482C-B72B-BEC8-A580-A32EAA50A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014455E-2938-A833-6515-429662660F94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77E7F119-28BF-850F-39C8-51662BD974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FE6A1508-88BB-0853-91C3-DCB391929B0D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BDC5BA8-9247-22C7-FFB4-A836871FF544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6C8DBFA-5227-7216-B25F-2B8DD4A572C8}"/>
              </a:ext>
            </a:extLst>
          </p:cNvPr>
          <p:cNvSpPr txBox="1"/>
          <p:nvPr/>
        </p:nvSpPr>
        <p:spPr>
          <a:xfrm>
            <a:off x="8986101" y="5267463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Understand constructors and destructor in 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Explain all types of constructors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Differentiate deep copy and shallow copy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Implement copy constructor and destructor in programs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 Constructor?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constructor is a special member function of a class</a:t>
            </a:r>
          </a:p>
          <a:p>
            <a:r>
              <a:t>that is automatically called when an object is created.</a:t>
            </a:r>
          </a:p>
          <a:p>
            <a:endParaRPr/>
          </a:p>
          <a:p>
            <a:r>
              <a:t>It is mainly used for object initialization.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Key Characteristics of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Same name as class</a:t>
            </a:r>
          </a:p>
          <a:p>
            <a:r>
              <a:t>• No return type (not even void)</a:t>
            </a:r>
          </a:p>
          <a:p>
            <a:r>
              <a:t>• Called automatically</a:t>
            </a:r>
          </a:p>
          <a:p>
            <a:r>
              <a:t>• Can be overloaded</a:t>
            </a:r>
          </a:p>
          <a:p>
            <a:r>
              <a:t>• Used for initialization of objects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of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ClassName {</a:t>
            </a:r>
          </a:p>
          <a:p>
            <a:r>
              <a:t>public:</a:t>
            </a:r>
          </a:p>
          <a:p>
            <a:r>
              <a:t>   ClassName() {</a:t>
            </a:r>
          </a:p>
          <a:p>
            <a:r>
              <a:t>      // initialization</a:t>
            </a:r>
          </a:p>
          <a:p>
            <a:r>
              <a:t>   }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Types of Constructors (Complete List)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Default Constructor</a:t>
            </a:r>
          </a:p>
          <a:p>
            <a:r>
              <a:t>2. Parameterized Constructor</a:t>
            </a:r>
          </a:p>
          <a:p>
            <a:r>
              <a:t>3. Copy Constructor</a:t>
            </a:r>
          </a:p>
          <a:p>
            <a:r>
              <a:t>4. Dynamic Constructor</a:t>
            </a:r>
          </a:p>
          <a:p>
            <a:r>
              <a:t>5. Constructor Overloading</a:t>
            </a:r>
          </a:p>
          <a:p>
            <a:r>
              <a:t>6. Conversion Constructor (Advanced)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1. Default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constructor with no parameters.</a:t>
            </a:r>
          </a:p>
          <a:p>
            <a:endParaRPr/>
          </a:p>
          <a:p>
            <a:r>
              <a:t>Example:</a:t>
            </a:r>
          </a:p>
          <a:p>
            <a:r>
              <a:t>ClassName() {</a:t>
            </a:r>
          </a:p>
          <a:p>
            <a:r>
              <a:t>   // default initialization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2. Parameterized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Constructor that accepts parameters to initialize objects.</a:t>
            </a:r>
          </a:p>
          <a:p>
            <a:endParaRPr/>
          </a:p>
          <a:p>
            <a:r>
              <a:t>Example:</a:t>
            </a:r>
          </a:p>
          <a:p>
            <a:r>
              <a:t>Student(int id) {</a:t>
            </a:r>
          </a:p>
          <a:p>
            <a:r>
              <a:t>   this-&gt;id = id;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3. Copy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constructor that initializes an object using another</a:t>
            </a:r>
          </a:p>
          <a:p>
            <a:r>
              <a:t>object of the same class.</a:t>
            </a:r>
          </a:p>
          <a:p>
            <a:endParaRPr/>
          </a:p>
          <a:p>
            <a:r>
              <a:t>Syntax:</a:t>
            </a:r>
          </a:p>
          <a:p>
            <a:r>
              <a:t>ClassName(const ClassName &amp;obj);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Program: Copy Constructor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class Demo {</a:t>
            </a:r>
          </a:p>
          <a:p>
            <a:r>
              <a:rPr dirty="0"/>
              <a:t>   int x;</a:t>
            </a:r>
          </a:p>
          <a:p>
            <a:r>
              <a:rPr dirty="0"/>
              <a:t>public:</a:t>
            </a:r>
          </a:p>
          <a:p>
            <a:r>
              <a:rPr dirty="0"/>
              <a:t>   Demo(int a){ x=a; }</a:t>
            </a:r>
          </a:p>
          <a:p>
            <a:r>
              <a:rPr dirty="0"/>
              <a:t>   Demo(const Demo &amp;d){ x=</a:t>
            </a:r>
            <a:r>
              <a:rPr dirty="0" err="1"/>
              <a:t>d.x</a:t>
            </a:r>
            <a:r>
              <a:rPr dirty="0"/>
              <a:t>; }</a:t>
            </a:r>
          </a:p>
          <a:p>
            <a:r>
              <a:rPr dirty="0"/>
              <a:t>   void display(){ </a:t>
            </a:r>
            <a:r>
              <a:rPr dirty="0" err="1"/>
              <a:t>cout</a:t>
            </a:r>
            <a:r>
              <a:rPr dirty="0"/>
              <a:t>&lt;&lt;x; }</a:t>
            </a:r>
          </a:p>
          <a:p>
            <a:r>
              <a:rPr dirty="0"/>
              <a:t>};</a:t>
            </a:r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D8919-6EFC-6D21-46CE-F4332D90EAE9}"/>
              </a:ext>
            </a:extLst>
          </p:cNvPr>
          <p:cNvSpPr txBox="1"/>
          <p:nvPr/>
        </p:nvSpPr>
        <p:spPr>
          <a:xfrm>
            <a:off x="5630160" y="1495094"/>
            <a:ext cx="6094428" cy="2277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main(){</a:t>
            </a:r>
          </a:p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Demo d1(10);</a:t>
            </a:r>
          </a:p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Demo d2 = d1;</a:t>
            </a:r>
          </a:p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d2.display();</a:t>
            </a:r>
          </a:p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4. Dynamic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constructor that allocates memory dynamically</a:t>
            </a:r>
          </a:p>
          <a:p>
            <a:r>
              <a:t>using new operator.</a:t>
            </a:r>
          </a:p>
          <a:p>
            <a:endParaRPr/>
          </a:p>
          <a:p>
            <a:r>
              <a:t>Used when class contains pointer data members.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5. Constructor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constructors in the same class with</a:t>
            </a:r>
          </a:p>
          <a:p>
            <a:r>
              <a:t>different parameter lists.</a:t>
            </a:r>
          </a:p>
          <a:p>
            <a:endParaRPr/>
          </a:p>
          <a:p>
            <a:r>
              <a:t>Example:</a:t>
            </a:r>
          </a:p>
          <a:p>
            <a:r>
              <a:t>Demo();</a:t>
            </a:r>
          </a:p>
          <a:p>
            <a:r>
              <a:t>Demo(int a);</a:t>
            </a:r>
          </a:p>
          <a:p>
            <a:r>
              <a:t>Demo(int a, int b);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6. Conversion Constructor (Advanced)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single parameter constructor used to convert</a:t>
            </a:r>
          </a:p>
          <a:p>
            <a:r>
              <a:t>one data type into class type automatically.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Shallow Copy?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Shallow copy copies only the address of dynamic memory.</a:t>
            </a:r>
          </a:p>
          <a:p>
            <a:r>
              <a:t>Both objects share the same memory location.</a:t>
            </a:r>
          </a:p>
          <a:p>
            <a:endParaRPr/>
          </a:p>
          <a:p>
            <a:r>
              <a:t>Default copy constructor performs shallow copy.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Deep Copy?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copy creates a separate memory allocation</a:t>
            </a:r>
          </a:p>
          <a:p>
            <a:r>
              <a:t>and copies actual data instead of address.</a:t>
            </a:r>
          </a:p>
          <a:p>
            <a:endParaRPr/>
          </a:p>
          <a:p>
            <a:r>
              <a:t>Used when class has pointer members.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Deep Copy vs Shallow Copy (Very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Shallow Copy:</a:t>
            </a:r>
          </a:p>
          <a:p>
            <a:r>
              <a:t>• Copies memory address</a:t>
            </a:r>
          </a:p>
          <a:p>
            <a:r>
              <a:t>• Shared memory</a:t>
            </a:r>
          </a:p>
          <a:p>
            <a:r>
              <a:t>• Default behavior</a:t>
            </a:r>
          </a:p>
          <a:p>
            <a:endParaRPr/>
          </a:p>
          <a:p>
            <a:r>
              <a:t>Deep Copy:</a:t>
            </a:r>
          </a:p>
          <a:p>
            <a:r>
              <a:t>• Copies actual data</a:t>
            </a:r>
          </a:p>
          <a:p>
            <a:r>
              <a:t>• Separate memory allocation</a:t>
            </a:r>
          </a:p>
          <a:p>
            <a:r>
              <a:t>• Prevents memory issues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Conceptual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Shallow Copy:</a:t>
            </a:r>
          </a:p>
          <a:p>
            <a:r>
              <a:t>Object1.ptr → Same Memory ← Object2.ptr</a:t>
            </a:r>
          </a:p>
          <a:p>
            <a:endParaRPr/>
          </a:p>
          <a:p>
            <a:r>
              <a:t>Deep Copy:</a:t>
            </a:r>
          </a:p>
          <a:p>
            <a:r>
              <a:t>Object1.ptr → Memory1</a:t>
            </a:r>
          </a:p>
          <a:p>
            <a:r>
              <a:t>Object2.ptr → Memory2</a:t>
            </a:r>
          </a:p>
          <a:p>
            <a:r>
              <a:t>(Independent Copies)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 Destructor?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destructor is a special member function that</a:t>
            </a:r>
          </a:p>
          <a:p>
            <a:r>
              <a:t>is automatically called when an object is destroyed.</a:t>
            </a:r>
          </a:p>
          <a:p>
            <a:endParaRPr/>
          </a:p>
          <a:p>
            <a:r>
              <a:t>It is used to free memory and resources.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of 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~ClassName() {</a:t>
            </a:r>
          </a:p>
          <a:p>
            <a:r>
              <a:t>   // cleanup code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Constructor vs 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Constructor:</a:t>
            </a:r>
          </a:p>
          <a:p>
            <a:r>
              <a:t>• Initializes object</a:t>
            </a:r>
          </a:p>
          <a:p>
            <a:r>
              <a:t>• Called at creation</a:t>
            </a:r>
          </a:p>
          <a:p>
            <a:endParaRPr/>
          </a:p>
          <a:p>
            <a:r>
              <a:t>Destructor:</a:t>
            </a:r>
          </a:p>
          <a:p>
            <a:r>
              <a:t>• Destroys object</a:t>
            </a:r>
          </a:p>
          <a:p>
            <a:r>
              <a:t>• Called at end of scope</a:t>
            </a:r>
          </a:p>
          <a:p>
            <a:r>
              <a:t>• Used for memory deallocation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Explain all types of constructors in C++</a:t>
            </a:r>
          </a:p>
          <a:p>
            <a:r>
              <a:t>2. Difference between deep copy and shallow copy</a:t>
            </a:r>
          </a:p>
          <a:p>
            <a:r>
              <a:t>3. Explain copy constructor with example</a:t>
            </a:r>
          </a:p>
          <a:p>
            <a:r>
              <a:t>4. Constructor vs Destructor in C++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Default copy constructor performs:</a:t>
            </a:r>
          </a:p>
          <a:p>
            <a:r>
              <a:t>a) Deep Copy  b) Shallow Copy  c) Dynamic Copy  d) None</a:t>
            </a:r>
          </a:p>
          <a:p>
            <a:endParaRPr/>
          </a:p>
          <a:p>
            <a:r>
              <a:t>2. Destructor name is preceded by:</a:t>
            </a:r>
          </a:p>
          <a:p>
            <a:r>
              <a:t>a) *  b) #  c) ~  d) &amp;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</TotalTime>
  <Words>703</Words>
  <Application>Microsoft Office PowerPoint</Application>
  <PresentationFormat>Widescreen</PresentationFormat>
  <Paragraphs>148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Calibri</vt:lpstr>
      <vt:lpstr>Calibri Light</vt:lpstr>
      <vt:lpstr>Raleway</vt:lpstr>
      <vt:lpstr>Wingdings</vt:lpstr>
      <vt:lpstr>Retrospect</vt:lpstr>
      <vt:lpstr>MODULE-1 INTRODUCTION TO C++</vt:lpstr>
      <vt:lpstr>Session Outcomes</vt:lpstr>
      <vt:lpstr>What is a Constructor?</vt:lpstr>
      <vt:lpstr>Key Characteristics of Constructor</vt:lpstr>
      <vt:lpstr>Syntax of Constructor</vt:lpstr>
      <vt:lpstr>Types of Constructors (Complete List)</vt:lpstr>
      <vt:lpstr>1. Default Constructor</vt:lpstr>
      <vt:lpstr>2. Parameterized Constructor</vt:lpstr>
      <vt:lpstr>3. Copy Constructor</vt:lpstr>
      <vt:lpstr>Program: Copy Constructor Example</vt:lpstr>
      <vt:lpstr>4. Dynamic Constructor</vt:lpstr>
      <vt:lpstr>5. Constructor Overloading</vt:lpstr>
      <vt:lpstr>6. Conversion Constructor (Advanced)</vt:lpstr>
      <vt:lpstr>What is Shallow Copy?</vt:lpstr>
      <vt:lpstr>What is Deep Copy?</vt:lpstr>
      <vt:lpstr>Deep Copy vs Shallow Copy (Very Important)</vt:lpstr>
      <vt:lpstr>Conceptual Example</vt:lpstr>
      <vt:lpstr>What is a Destructor?</vt:lpstr>
      <vt:lpstr>Syntax of Destructor</vt:lpstr>
      <vt:lpstr>Constructor vs Destructor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3</cp:revision>
  <dcterms:created xsi:type="dcterms:W3CDTF">2013-01-27T09:14:16Z</dcterms:created>
  <dcterms:modified xsi:type="dcterms:W3CDTF">2026-02-19T10:37:00Z</dcterms:modified>
  <cp:category/>
</cp:coreProperties>
</file>